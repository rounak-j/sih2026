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3">
            <a:extLst>
              <a:ext uri="{FF2B5EF4-FFF2-40B4-BE49-F238E27FC236}">
                <a16:creationId xmlns:a16="http://schemas.microsoft.com/office/drawing/2014/main" id="{634CBC52-D987-4F0B-D0B6-E06E0598EE55}"/>
              </a:ext>
            </a:extLst>
          </p:cNvPr>
          <p:cNvSpPr txBox="1">
            <a:spLocks/>
          </p:cNvSpPr>
          <p:nvPr/>
        </p:nvSpPr>
        <p:spPr>
          <a:xfrm>
            <a:off x="4868535" y="1168400"/>
            <a:ext cx="1593225" cy="477520"/>
          </a:xfrm>
          <a:prstGeom prst="roundRect">
            <a:avLst>
              <a:gd name="adj" fmla="val 1088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 Black" panose="02000000000000000000" pitchFamily="2" charset="0"/>
              </a:rPr>
              <a:t>TITLE PAGE</a:t>
            </a:r>
            <a:endParaRPr lang="en-IN" sz="2600" dirty="0">
              <a:solidFill>
                <a:schemeClr val="tx1">
                  <a:lumMod val="75000"/>
                  <a:lumOff val="25000"/>
                </a:schemeClr>
              </a:solidFill>
              <a:latin typeface="Big Shoulders Black" pitchFamily="2" charset="0"/>
              <a:ea typeface="Roboto Black" panose="02000000000000000000" pitchFamily="2" charset="0"/>
            </a:endParaRP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95FCB3E-B9B0-E397-A3B1-665274F90532}"/>
              </a:ext>
            </a:extLst>
          </p:cNvPr>
          <p:cNvSpPr txBox="1">
            <a:spLocks/>
          </p:cNvSpPr>
          <p:nvPr/>
        </p:nvSpPr>
        <p:spPr>
          <a:xfrm>
            <a:off x="780935" y="186037"/>
            <a:ext cx="9103360" cy="872196"/>
          </a:xfrm>
          <a:prstGeom prst="roundRect">
            <a:avLst>
              <a:gd name="adj" fmla="val 9058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5000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SMART </a:t>
            </a:r>
            <a:r>
              <a:rPr lang="en-US" sz="5000" b="1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INDIA</a:t>
            </a:r>
            <a:r>
              <a:rPr lang="en-US" sz="5000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 HACKATHON 2026</a:t>
            </a:r>
            <a:endParaRPr lang="en-IN" sz="5000" spc="300" dirty="0">
              <a:solidFill>
                <a:schemeClr val="tx2"/>
              </a:solidFill>
              <a:latin typeface="Big Shoulders Black" pitchFamily="2" charset="0"/>
              <a:ea typeface="Roboto Black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A8138-3A42-1693-D5F4-B8A1041C1106}"/>
              </a:ext>
            </a:extLst>
          </p:cNvPr>
          <p:cNvSpPr txBox="1"/>
          <p:nvPr/>
        </p:nvSpPr>
        <p:spPr>
          <a:xfrm>
            <a:off x="780935" y="2086978"/>
            <a:ext cx="6150217" cy="4053710"/>
          </a:xfrm>
          <a:prstGeom prst="roundRect">
            <a:avLst>
              <a:gd name="adj" fmla="val 2086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Problem Statement ID:</a:t>
            </a:r>
            <a:r>
              <a:rPr lang="en-US" sz="2600" kern="2000" dirty="0"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26164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Problem Statement Title: </a:t>
            </a:r>
            <a:r>
              <a:rPr lang="en-IN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Enterprise Cryptographic Discovery &amp; Analysis Tool (ECDAT)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Theme: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Blockchain &amp; Cybersecurity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PS Category: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Software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Team ID:</a:t>
            </a:r>
            <a:endParaRPr lang="en-US" sz="2600" kern="2000" dirty="0">
              <a:latin typeface="Big Shoulders Black" pitchFamily="2" charset="0"/>
              <a:ea typeface="Roboto Medium" panose="02000000000000000000" pitchFamily="2" charset="0"/>
              <a:cs typeface="Segoe UI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Team Name: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QUANTUM FORGE</a:t>
            </a:r>
            <a:endParaRPr lang="en-IN" sz="2600" kern="2000" dirty="0">
              <a:latin typeface="Big Shoulders Black" pitchFamily="2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C2CA04B-0E4D-E390-EA8F-91474265C109}"/>
              </a:ext>
            </a:extLst>
          </p:cNvPr>
          <p:cNvSpPr txBox="1">
            <a:spLocks/>
          </p:cNvSpPr>
          <p:nvPr/>
        </p:nvSpPr>
        <p:spPr>
          <a:xfrm>
            <a:off x="11545824" y="6492875"/>
            <a:ext cx="29870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/>
            <a:fld id="{677C3CE7-23F7-4828-823C-E0205DF2CF97}" type="slidenum">
              <a:rPr lang="en-US" sz="1600" b="1" smtClean="0">
                <a:solidFill>
                  <a:schemeClr val="tx2"/>
                </a:solidFill>
                <a:latin typeface="Roboto" pitchFamily="2" charset="0"/>
                <a:ea typeface="Roboto" pitchFamily="2" charset="0"/>
              </a:rPr>
              <a:pPr algn="ctr"/>
              <a:t>1</a:t>
            </a:fld>
            <a:endParaRPr lang="en-US" sz="1600" b="1" dirty="0">
              <a:solidFill>
                <a:schemeClr val="tx2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96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45824" y="6492875"/>
            <a:ext cx="298704" cy="365125"/>
          </a:xfrm>
        </p:spPr>
        <p:txBody>
          <a:bodyPr/>
          <a:lstStyle/>
          <a:p>
            <a:pPr algn="ctr"/>
            <a:fld id="{677C3CE7-23F7-4828-823C-E0205DF2CF97}" type="slidenum">
              <a:rPr lang="en-US" sz="1600" b="1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 algn="ctr"/>
              <a:t>2</a:t>
            </a:fld>
            <a:endParaRPr lang="en-US" sz="1600" b="1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B2C0E1-BB02-FE5B-F4FA-EF5B17FD3812}"/>
              </a:ext>
            </a:extLst>
          </p:cNvPr>
          <p:cNvSpPr/>
          <p:nvPr/>
        </p:nvSpPr>
        <p:spPr>
          <a:xfrm>
            <a:off x="7426874" y="1130372"/>
            <a:ext cx="2806192" cy="309239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Our Proposed Solution</a:t>
            </a:r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CA35F4-A716-068D-986C-3935176BC378}"/>
              </a:ext>
            </a:extLst>
          </p:cNvPr>
          <p:cNvGrpSpPr/>
          <p:nvPr/>
        </p:nvGrpSpPr>
        <p:grpSpPr>
          <a:xfrm>
            <a:off x="132198" y="1072918"/>
            <a:ext cx="5354201" cy="2685513"/>
            <a:chOff x="132199" y="1245637"/>
            <a:chExt cx="4231212" cy="2599801"/>
          </a:xfrm>
        </p:grpSpPr>
        <p:sp>
          <p:nvSpPr>
            <p:cNvPr id="5" name="Rectangle 32">
              <a:extLst>
                <a:ext uri="{FF2B5EF4-FFF2-40B4-BE49-F238E27FC236}">
                  <a16:creationId xmlns:a16="http://schemas.microsoft.com/office/drawing/2014/main" id="{9504F91F-6B1D-D99F-516B-143834393AFE}"/>
                </a:ext>
              </a:extLst>
            </p:cNvPr>
            <p:cNvSpPr/>
            <p:nvPr/>
          </p:nvSpPr>
          <p:spPr>
            <a:xfrm>
              <a:off x="132199" y="1245637"/>
              <a:ext cx="4231212" cy="2599801"/>
            </a:xfrm>
            <a:prstGeom prst="roundRect">
              <a:avLst>
                <a:gd name="adj" fmla="val 2928"/>
              </a:avLst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693C40E-013B-94B6-10C1-A21549CE4B6B}"/>
                </a:ext>
              </a:extLst>
            </p:cNvPr>
            <p:cNvSpPr/>
            <p:nvPr/>
          </p:nvSpPr>
          <p:spPr>
            <a:xfrm>
              <a:off x="174803" y="1283738"/>
              <a:ext cx="1168081" cy="349786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Calibri" panose="020F0502020204030204" pitchFamily="34" charset="0"/>
                </a:rPr>
                <a:t>Our Idea:</a:t>
              </a:r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E69A8A-F781-6F33-11E7-23684E076ED2}"/>
              </a:ext>
            </a:extLst>
          </p:cNvPr>
          <p:cNvSpPr/>
          <p:nvPr/>
        </p:nvSpPr>
        <p:spPr>
          <a:xfrm>
            <a:off x="132199" y="3876511"/>
            <a:ext cx="5354200" cy="2725457"/>
          </a:xfrm>
          <a:prstGeom prst="roundRect">
            <a:avLst>
              <a:gd name="adj" fmla="val 2618"/>
            </a:avLst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208AFF-6235-3A61-79DF-7F07AD1429ED}"/>
              </a:ext>
            </a:extLst>
          </p:cNvPr>
          <p:cNvSpPr/>
          <p:nvPr/>
        </p:nvSpPr>
        <p:spPr>
          <a:xfrm>
            <a:off x="197099" y="3943383"/>
            <a:ext cx="2457043" cy="327023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kern="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 its Innovative? </a:t>
            </a:r>
            <a:endParaRPr lang="en-IN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F1202C1-C786-4306-EAF2-A945BFAE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545" y="219069"/>
            <a:ext cx="8210144" cy="581309"/>
          </a:xfrm>
        </p:spPr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S.Q.A.N </a:t>
            </a:r>
            <a:br>
              <a:rPr lang="en-US" sz="2800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US" sz="2800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(SCALABLE QUANTUM ARTEFACT NAVIGATOR)</a:t>
            </a:r>
            <a:endParaRPr lang="en-IN" sz="2800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9E6753C-6F04-B9D0-9CFE-16DF8457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5824" y="6492875"/>
            <a:ext cx="298704" cy="365125"/>
          </a:xfrm>
        </p:spPr>
        <p:txBody>
          <a:bodyPr/>
          <a:lstStyle/>
          <a:p>
            <a:pPr algn="ctr"/>
            <a:fld id="{677C3CE7-23F7-4828-823C-E0205DF2CF97}" type="slidenum">
              <a:rPr lang="en-US" sz="1600" b="1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 algn="ctr"/>
              <a:t>3</a:t>
            </a:fld>
            <a:endParaRPr lang="en-US" sz="1600" b="1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5309DC-4FDF-8BD5-1C43-FC9AC22938C9}"/>
              </a:ext>
            </a:extLst>
          </p:cNvPr>
          <p:cNvSpPr/>
          <p:nvPr/>
        </p:nvSpPr>
        <p:spPr>
          <a:xfrm>
            <a:off x="247899" y="1095375"/>
            <a:ext cx="2952501" cy="327023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kern="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</a:t>
            </a:r>
            <a:r>
              <a:rPr lang="en-IN" sz="2000" b="1" kern="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.Q.A.N. ‘s Architecture</a:t>
            </a:r>
            <a:endParaRPr lang="en-IN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207700-DB16-F547-6BF9-362B216ADD2D}"/>
              </a:ext>
            </a:extLst>
          </p:cNvPr>
          <p:cNvSpPr/>
          <p:nvPr/>
        </p:nvSpPr>
        <p:spPr>
          <a:xfrm>
            <a:off x="157480" y="1028954"/>
            <a:ext cx="8859520" cy="5598160"/>
          </a:xfrm>
          <a:prstGeom prst="roundRect">
            <a:avLst>
              <a:gd name="adj" fmla="val 2148"/>
            </a:avLst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8A8EED-6CF9-2D6E-CA1A-750664055FC5}"/>
              </a:ext>
            </a:extLst>
          </p:cNvPr>
          <p:cNvSpPr/>
          <p:nvPr/>
        </p:nvSpPr>
        <p:spPr>
          <a:xfrm>
            <a:off x="9706859" y="1095375"/>
            <a:ext cx="1753621" cy="327023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kern="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TECH STACK</a:t>
            </a:r>
            <a:endParaRPr lang="en-IN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FA3ABD-7427-E4B0-953B-9EF4F57F0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80" y="1245140"/>
            <a:ext cx="8774160" cy="52484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F634B2-7EFF-9B51-311B-FC66B4CD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5824" y="6492875"/>
            <a:ext cx="298704" cy="365125"/>
          </a:xfrm>
        </p:spPr>
        <p:txBody>
          <a:bodyPr/>
          <a:lstStyle/>
          <a:p>
            <a:pPr algn="ctr"/>
            <a:fld id="{677C3CE7-23F7-4828-823C-E0205DF2CF97}" type="slidenum">
              <a:rPr lang="en-US" sz="1600" b="1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 algn="ctr"/>
              <a:t>4</a:t>
            </a:fld>
            <a:endParaRPr lang="en-US" sz="1600" b="1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D4EB114-A288-AD44-2008-4464D255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5824" y="6492875"/>
            <a:ext cx="298704" cy="365125"/>
          </a:xfrm>
        </p:spPr>
        <p:txBody>
          <a:bodyPr/>
          <a:lstStyle/>
          <a:p>
            <a:pPr algn="ctr"/>
            <a:fld id="{677C3CE7-23F7-4828-823C-E0205DF2CF97}" type="slidenum">
              <a:rPr lang="en-US" sz="1600" b="1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 algn="ctr"/>
              <a:t>5</a:t>
            </a:fld>
            <a:endParaRPr lang="en-US" sz="1600" b="1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CD742C-22E0-0BCD-0453-8EE3DAD5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5824" y="6492875"/>
            <a:ext cx="298704" cy="365125"/>
          </a:xfrm>
        </p:spPr>
        <p:txBody>
          <a:bodyPr/>
          <a:lstStyle/>
          <a:p>
            <a:pPr algn="ctr"/>
            <a:fld id="{677C3CE7-23F7-4828-823C-E0205DF2CF97}" type="slidenum">
              <a:rPr lang="en-US" sz="1600" b="1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 algn="ctr"/>
              <a:t>6</a:t>
            </a:fld>
            <a:endParaRPr lang="en-US" sz="1600" b="1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8054</TotalTime>
  <Words>312</Words>
  <Application>Microsoft Office PowerPoint</Application>
  <PresentationFormat>Widescreen</PresentationFormat>
  <Paragraphs>53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Big Shoulders Black</vt:lpstr>
      <vt:lpstr>Calibri</vt:lpstr>
      <vt:lpstr>Roboto</vt:lpstr>
      <vt:lpstr>Roboto Black</vt:lpstr>
      <vt:lpstr>Times New Roman</vt:lpstr>
      <vt:lpstr>TradeGothic</vt:lpstr>
      <vt:lpstr>Wingdings</vt:lpstr>
      <vt:lpstr>Office Theme</vt:lpstr>
      <vt:lpstr>PowerPoint Presentation</vt:lpstr>
      <vt:lpstr>S.Q.A.N  (SCALABLE QUANTUM ARTEFACT NAVIGATOR)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Rounak Jaiswal</cp:lastModifiedBy>
  <cp:revision>151</cp:revision>
  <dcterms:created xsi:type="dcterms:W3CDTF">2013-12-12T18:46:50Z</dcterms:created>
  <dcterms:modified xsi:type="dcterms:W3CDTF">2026-09-04T10:32:16Z</dcterms:modified>
  <cp:category/>
</cp:coreProperties>
</file>